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0F27C-153A-4847-8B43-F355C420882B}" v="2" dt="2026-09-01T08:40:58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 Diego Fernández Q" userId="dabf3675955a6b7b" providerId="LiveId" clId="{85AE9BE1-B164-42B4-90AD-2C16C51CB436}"/>
    <pc:docChg chg="custSel delSld modSld">
      <pc:chgData name="L Diego Fernández Q" userId="dabf3675955a6b7b" providerId="LiveId" clId="{85AE9BE1-B164-42B4-90AD-2C16C51CB436}" dt="2026-09-01T08:41:42.158" v="47" actId="1076"/>
      <pc:docMkLst>
        <pc:docMk/>
      </pc:docMkLst>
      <pc:sldChg chg="addSp modSp mod">
        <pc:chgData name="L Diego Fernández Q" userId="dabf3675955a6b7b" providerId="LiveId" clId="{85AE9BE1-B164-42B4-90AD-2C16C51CB436}" dt="2026-09-01T08:41:42.158" v="47" actId="1076"/>
        <pc:sldMkLst>
          <pc:docMk/>
          <pc:sldMk cId="0" sldId="256"/>
        </pc:sldMkLst>
        <pc:spChg chg="add mod">
          <ac:chgData name="L Diego Fernández Q" userId="dabf3675955a6b7b" providerId="LiveId" clId="{85AE9BE1-B164-42B4-90AD-2C16C51CB436}" dt="2026-09-01T08:41:42.158" v="47" actId="1076"/>
          <ac:spMkLst>
            <pc:docMk/>
            <pc:sldMk cId="0" sldId="256"/>
            <ac:spMk id="9" creationId="{C4DB767C-1270-5CBF-E1F7-BC91EC869EDC}"/>
          </ac:spMkLst>
        </pc:spChg>
      </pc:sldChg>
      <pc:sldChg chg="addSp delSp modSp mod">
        <pc:chgData name="L Diego Fernández Q" userId="dabf3675955a6b7b" providerId="LiveId" clId="{85AE9BE1-B164-42B4-90AD-2C16C51CB436}" dt="2026-09-01T08:39:30.965" v="12" actId="1076"/>
        <pc:sldMkLst>
          <pc:docMk/>
          <pc:sldMk cId="0" sldId="258"/>
        </pc:sldMkLst>
        <pc:spChg chg="add del mod">
          <ac:chgData name="L Diego Fernández Q" userId="dabf3675955a6b7b" providerId="LiveId" clId="{85AE9BE1-B164-42B4-90AD-2C16C51CB436}" dt="2026-09-01T08:39:09.448" v="7" actId="478"/>
          <ac:spMkLst>
            <pc:docMk/>
            <pc:sldMk cId="0" sldId="258"/>
            <ac:spMk id="17" creationId="{658A384D-9472-8595-9D87-2F612693AC89}"/>
          </ac:spMkLst>
        </pc:spChg>
        <pc:spChg chg="add mod">
          <ac:chgData name="L Diego Fernández Q" userId="dabf3675955a6b7b" providerId="LiveId" clId="{85AE9BE1-B164-42B4-90AD-2C16C51CB436}" dt="2026-09-01T08:39:30.965" v="12" actId="1076"/>
          <ac:spMkLst>
            <pc:docMk/>
            <pc:sldMk cId="0" sldId="258"/>
            <ac:spMk id="19" creationId="{C2E93390-5D97-3200-F04A-9867413FC5C2}"/>
          </ac:spMkLst>
        </pc:spChg>
      </pc:sldChg>
      <pc:sldChg chg="addSp modSp mod">
        <pc:chgData name="L Diego Fernández Q" userId="dabf3675955a6b7b" providerId="LiveId" clId="{85AE9BE1-B164-42B4-90AD-2C16C51CB436}" dt="2026-09-01T08:40:58.905" v="45"/>
        <pc:sldMkLst>
          <pc:docMk/>
          <pc:sldMk cId="0" sldId="266"/>
        </pc:sldMkLst>
        <pc:spChg chg="add mod">
          <ac:chgData name="L Diego Fernández Q" userId="dabf3675955a6b7b" providerId="LiveId" clId="{85AE9BE1-B164-42B4-90AD-2C16C51CB436}" dt="2026-09-01T08:40:58.905" v="45"/>
          <ac:spMkLst>
            <pc:docMk/>
            <pc:sldMk cId="0" sldId="266"/>
            <ac:spMk id="8" creationId="{32760150-99DA-0611-DEC2-961CC22FE8BE}"/>
          </ac:spMkLst>
        </pc:spChg>
      </pc:sldChg>
      <pc:sldChg chg="del">
        <pc:chgData name="L Diego Fernández Q" userId="dabf3675955a6b7b" providerId="LiveId" clId="{85AE9BE1-B164-42B4-90AD-2C16C51CB436}" dt="2026-09-01T08:39:56.582" v="13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462" y="2148929"/>
            <a:ext cx="32670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2634704"/>
            <a:ext cx="11581447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Poppins"/>
              </a:rPr>
              <a:t>Lista Doblemente Enlazada</a:t>
            </a:r>
            <a:r>
              <a:t>
</a:t>
            </a:r>
            <a:r>
              <a:rPr sz="4050" b="1" i="0" u="none">
                <a:solidFill>
                  <a:srgbClr val="F8FAFC"/>
                </a:solidFill>
                <a:latin typeface="Poppins"/>
              </a:rPr>
              <a:t> de Productos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008090"/>
            <a:ext cx="110299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Sistema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Inventario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Reabastecimiento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Análisis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Importación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para un Supermercado (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Implementación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Python puro)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DB767C-1270-5CBF-E1F7-BC91EC869EDC}"/>
              </a:ext>
            </a:extLst>
          </p:cNvPr>
          <p:cNvSpPr txBox="1"/>
          <p:nvPr/>
        </p:nvSpPr>
        <p:spPr>
          <a:xfrm>
            <a:off x="581025" y="4785271"/>
            <a:ext cx="1102995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0" i="0" u="none" dirty="0">
                <a:solidFill>
                  <a:srgbClr val="CBD5E1"/>
                </a:solidFill>
                <a:latin typeface="Inter"/>
              </a:rPr>
              <a:t>Luis Diego Fernández Quesada</a:t>
            </a:r>
          </a:p>
          <a:p>
            <a:pPr algn="ctr">
              <a:lnSpc>
                <a:spcPts val="2700"/>
              </a:lnSpc>
            </a:pPr>
            <a:r>
              <a:rPr lang="en-US" dirty="0">
                <a:solidFill>
                  <a:srgbClr val="CBD5E1"/>
                </a:solidFill>
                <a:latin typeface="Inter"/>
              </a:rPr>
              <a:t>Juan Alexander Aguilar Artola</a:t>
            </a:r>
            <a:endParaRPr sz="18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95550"/>
            <a:ext cx="3524250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95550"/>
            <a:ext cx="3524250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495550"/>
            <a:ext cx="3524250" cy="2619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3343275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Lista Doble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52850"/>
            <a:ext cx="29718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Estructura principal para almacenar los productos con punteros doblemente enlazados (anterior y siguiente).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343275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Cola FIFO Propia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752850"/>
            <a:ext cx="29718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Conversión automática a cola de suministros para productos agotados (existencias = 0) sin librerías externas.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2950" y="3343275"/>
            <a:ext cx="31203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Análisis &amp; Reporte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2950" y="3752850"/>
            <a:ext cx="29718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Estadísticas de frecuencia por país de origen y exportación de reporte de recuperación financiera en .txt.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09875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809875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809875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38BDF8"/>
                </a:solidFill>
                <a:latin typeface="Poppins"/>
              </a:rPr>
              <a:t>Requerimientos</a:t>
            </a:r>
            <a:r>
              <a:rPr sz="2700" b="1" i="0" u="none" dirty="0">
                <a:solidFill>
                  <a:srgbClr val="38BDF8"/>
                </a:solidFill>
                <a:latin typeface="Poppins"/>
              </a:rPr>
              <a:t>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95487"/>
            <a:ext cx="53435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547937"/>
            <a:ext cx="561070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Lista Doblemente Enlazada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957512"/>
            <a:ext cx="53435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Cada nodo almacena los atributos clave del producto y mantiene doble referencia para recorrido bidireccional: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557587"/>
            <a:ext cx="5076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Datos: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ID, Nombre, Precio, País, Existencias.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933825"/>
            <a:ext cx="5076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Puntero Anterior: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Referencia al nodo previo.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310062"/>
            <a:ext cx="5076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Puntero Siguiente: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Referencia al nodo posterior.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686300"/>
            <a:ext cx="5076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Zero-External-Libs: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Construido desde cero con clases nativas.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75" y="2005012"/>
            <a:ext cx="5324475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95687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7192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4816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24400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Estructura y Arquitectura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93390-5D97-3200-F04A-9867413FC5C2}"/>
              </a:ext>
            </a:extLst>
          </p:cNvPr>
          <p:cNvSpPr txBox="1"/>
          <p:nvPr/>
        </p:nvSpPr>
        <p:spPr>
          <a:xfrm>
            <a:off x="6276975" y="5683416"/>
            <a:ext cx="5790723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94A3B8"/>
                </a:solidFill>
                <a:latin typeface="Inter"/>
              </a:rPr>
              <a:t>https://techvidvan.com/tutorials/wp-content/uploads/2021/06/Doubly-linked-list-in-DS-1.jpg</a:t>
            </a:r>
            <a:endParaRPr lang="en-US" sz="1200" b="0" i="0" u="none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techvidvan.com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5431"/>
            <a:ext cx="5343525" cy="4519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545431"/>
            <a:ext cx="5343525" cy="4519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1821656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Explicación del Nodo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231231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Representa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cada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producto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registrado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el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supermercado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.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Inicializa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sus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referencias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anterior y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siguiente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2831306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Conversión explícita de tipos (float/int).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207543"/>
            <a:ext cx="4524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Método __str__ formateado para salida amigable en consola.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69406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45643"/>
            <a:ext cx="1714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1. Nodo de la Lista: Clase 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49040"/>
            <a:ext cx="5343525" cy="39123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849040"/>
            <a:ext cx="5343525" cy="39123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125265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Clase ColaProductos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534840"/>
            <a:ext cx="47910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Implementación manual sin utilizar collections.deque. Se usa un nodo simple para mantener operaciones O(1) en encolar.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3377803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encolar(): Inserta al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754040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desencolar(): Remueve del frente.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4130278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__iter__(): Permite iterar sin destruir el contenido.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15903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9214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168378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2. Estructura de Cola FIFO Personalizada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6621"/>
            <a:ext cx="5343525" cy="45172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546621"/>
            <a:ext cx="5343525" cy="4517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1822846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Gestión de Punteros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232421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Validación de duplicados por ID y reconexión cuidadosa de punteros anterior y siguiente al eliminar.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3675" y="1822846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Inserción al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2232421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Actualización bidireccional inmediata al insertar un nuevo producto.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3. Inserción y Eliminación en DLL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47837"/>
            <a:ext cx="5343525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747837"/>
            <a:ext cx="534352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024062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Concepto Algorítmico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433637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Demostración de recursividad aplicando un parámetro por defecto como centinela inicial.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3033712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Caso Inicial: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Inicia desde self.cabeza.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409950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Caso Base: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Si nodo is None, finaliza la recursión.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786187"/>
            <a:ext cx="4524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Paso Recursivo: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Imprime el nodo e invoca mostrar_recursivo(nodo.siguiente).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718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448050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824287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4. Recorrido Recursivo de la Lista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1446"/>
            <a:ext cx="5343525" cy="35075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51446"/>
            <a:ext cx="5343525" cy="3507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327671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Conversión de DLL a Cola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37246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Filtra los productos cuya existencia ha llegado a 0 y los añade a la lista de compras prioritaria.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3337321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Recorre la lista doble linealmente.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713559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Si existencias == 0, ejecuta encolar().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4089796"/>
            <a:ext cx="4524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Mantiene orden de detección FIFO.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75421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51659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127896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5. Cola de Reabastecimiento (FIFO)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51434"/>
            <a:ext cx="5343525" cy="37076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51434"/>
            <a:ext cx="5343525" cy="37076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022996"/>
            <a:ext cx="4791075" cy="712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227659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Frecuencia por País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637234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Cuenta importaciones y las ordena descendentemente mediante tuplas.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2227659"/>
            <a:ext cx="5030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oppins SemiBold"/>
              </a:rPr>
              <a:t>Reporte Financiero (.txt)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2637234"/>
            <a:ext cx="4791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Calcula el valor total inventariado a recuperar hoy: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878163"/>
            <a:ext cx="4791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Genera un archivo .txt tabulado con totales formateados en colones (₡).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3175396"/>
            <a:ext cx="3275260" cy="4074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6. Frecuencias y Reporte de Recuperación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12" y="3033712"/>
            <a:ext cx="2266950" cy="1543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5687" y="3328987"/>
            <a:ext cx="1676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38BDF8"/>
                </a:solidFill>
                <a:latin typeface="Poppi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5687" y="4090987"/>
            <a:ext cx="1676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 SemiBold"/>
              </a:rPr>
              <a:t>Productos Registrados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4A3B2FE-0221-358D-6CF6-BE8A0EBC8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3038475"/>
            <a:ext cx="2266950" cy="1543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38BDF8"/>
                </a:solidFill>
                <a:latin typeface="Poppins"/>
              </a:rPr>
              <a:t>Resultados con Datos de Ejemplo</a:t>
            </a:r>
          </a:p>
        </p:txBody>
      </p:sp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427089B5-4D45-5862-BA6B-2CA392144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638" y="3033712"/>
            <a:ext cx="2266950" cy="1543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88513" y="3328987"/>
            <a:ext cx="121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 dirty="0">
                <a:solidFill>
                  <a:srgbClr val="38BDF8"/>
                </a:solidFill>
                <a:latin typeface="Poppin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8513" y="4087005"/>
            <a:ext cx="1219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CBD5E1"/>
                </a:solidFill>
                <a:latin typeface="Inter SemiBold"/>
              </a:rPr>
              <a:t>Países</a:t>
            </a:r>
            <a:r>
              <a:rPr sz="1200" b="0" i="0" u="none" dirty="0">
                <a:solidFill>
                  <a:srgbClr val="CBD5E1"/>
                </a:solidFill>
                <a:latin typeface="Inter SemiBold"/>
              </a:rPr>
              <a:t> de 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3962" y="3328987"/>
            <a:ext cx="21240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 dirty="0">
                <a:solidFill>
                  <a:srgbClr val="38BDF8"/>
                </a:solidFill>
                <a:latin typeface="Poppi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3962" y="4090987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CBD5E1"/>
                </a:solidFill>
                <a:latin typeface="Inter SemiBold"/>
              </a:rPr>
              <a:t>En Cola de </a:t>
            </a:r>
            <a:r>
              <a:rPr sz="1200" b="0" i="0" u="none" dirty="0" err="1">
                <a:solidFill>
                  <a:srgbClr val="CBD5E1"/>
                </a:solidFill>
                <a:latin typeface="Inter SemiBold"/>
              </a:rPr>
              <a:t>Reabastecimiento</a:t>
            </a:r>
            <a:endParaRPr sz="1200" b="0" i="0" u="none" dirty="0">
              <a:solidFill>
                <a:srgbClr val="CBD5E1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4214812"/>
            <a:ext cx="3829050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2195512"/>
            <a:ext cx="1158144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38BDF8"/>
                </a:solidFill>
                <a:latin typeface="Poppins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76612"/>
            <a:ext cx="11029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CBD5E1"/>
                </a:solidFill>
                <a:latin typeface="Inter"/>
              </a:rPr>
              <a:t>¡</a:t>
            </a:r>
            <a:r>
              <a:rPr sz="1800" b="0" i="0" u="none" dirty="0" err="1">
                <a:solidFill>
                  <a:srgbClr val="CBD5E1"/>
                </a:solidFill>
                <a:latin typeface="Inter"/>
              </a:rPr>
              <a:t>Muchas</a:t>
            </a:r>
            <a:r>
              <a:rPr sz="1800" b="0" i="0" u="none" dirty="0">
                <a:solidFill>
                  <a:srgbClr val="CBD5E1"/>
                </a:solidFill>
                <a:latin typeface="Inter"/>
              </a:rPr>
              <a:t> gracias </a:t>
            </a:r>
            <a:r>
              <a:rPr sz="1800" b="0" i="0" u="none" dirty="0" err="1">
                <a:solidFill>
                  <a:srgbClr val="CBD5E1"/>
                </a:solidFill>
                <a:latin typeface="Inter"/>
              </a:rPr>
              <a:t>por</a:t>
            </a:r>
            <a:r>
              <a:rPr sz="18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Inter"/>
              </a:rPr>
              <a:t>su</a:t>
            </a:r>
            <a:r>
              <a:rPr sz="18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Inter"/>
              </a:rPr>
              <a:t>atención</a:t>
            </a:r>
            <a:r>
              <a:rPr sz="1800" b="0" i="0" u="none" dirty="0">
                <a:solidFill>
                  <a:srgbClr val="CBD5E1"/>
                </a:solidFill>
                <a:latin typeface="Inter"/>
              </a:rPr>
              <a:t>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162" y="4357687"/>
            <a:ext cx="219075" cy="171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60150-99DA-0611-DEC2-961CC22FE8BE}"/>
              </a:ext>
            </a:extLst>
          </p:cNvPr>
          <p:cNvSpPr txBox="1"/>
          <p:nvPr/>
        </p:nvSpPr>
        <p:spPr>
          <a:xfrm>
            <a:off x="581024" y="4774406"/>
            <a:ext cx="1102995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0" i="0" u="none" dirty="0">
                <a:solidFill>
                  <a:srgbClr val="CBD5E1"/>
                </a:solidFill>
                <a:latin typeface="Inter"/>
              </a:rPr>
              <a:t>Luis Diego Fernández Quesada</a:t>
            </a:r>
          </a:p>
          <a:p>
            <a:pPr algn="ctr">
              <a:lnSpc>
                <a:spcPts val="2700"/>
              </a:lnSpc>
            </a:pPr>
            <a:r>
              <a:rPr lang="en-US" dirty="0">
                <a:solidFill>
                  <a:srgbClr val="CBD5E1"/>
                </a:solidFill>
                <a:latin typeface="Inter"/>
              </a:rPr>
              <a:t>Juan Alexander Aguilar Artola</a:t>
            </a:r>
            <a:endParaRPr sz="180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513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 Diego Fernández Q</cp:lastModifiedBy>
  <cp:revision>2</cp:revision>
  <dcterms:created xsi:type="dcterms:W3CDTF">2013-01-27T09:14:16Z</dcterms:created>
  <dcterms:modified xsi:type="dcterms:W3CDTF">2026-09-01T08:41:51Z</dcterms:modified>
  <cp:category/>
</cp:coreProperties>
</file>